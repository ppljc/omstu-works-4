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53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059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3657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 «Сатори Консалтинг»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</a:t>
            </a:r>
            <a:r>
              <a:rPr lang="en-US" sz="20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</a:t>
            </a:r>
            <a:r>
              <a:rPr lang="ru-RU" sz="20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6355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 Шмидт Антон Владиславович</a:t>
            </a:r>
            <a:endParaRPr lang="en-US" sz="1200" dirty="0"/>
          </a:p>
        </p:txBody>
      </p:sp>
      <p:pic>
        <p:nvPicPr>
          <p:cNvPr id="9" name="Рисунок 8" descr="Изображение выглядит как круг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461A24B-22FB-A70C-461F-2BD473D776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96"/>
          <a:stretch/>
        </p:blipFill>
        <p:spPr>
          <a:xfrm>
            <a:off x="822960" y="738102"/>
            <a:ext cx="2023403" cy="20883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КОМПАНИИ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 «Сатори Консалтинг» vs ООО «Сатори Партнер»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11247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Объясните</a:t>
            </a:r>
            <a:r>
              <a:rPr lang="en-US" sz="2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почему на сайте компании указано «ГК «Сатори Консалтинг»», а в дневниках практики ОмГТУ — «ООО «Сатори Партнер»».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1247120" cy="4114800"/>
          </a:xfrm>
          <a:prstGeom prst="rect">
            <a:avLst/>
          </a:prstGeom>
          <a:solidFill>
            <a:srgbClr val="F4F5F7"/>
          </a:solidFill>
          <a:ln w="12700">
            <a:solidFill>
              <a:srgbClr val="AEB4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1311"/>
            <a:ext cx="10515600" cy="1899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2000" dirty="0"/>
              <a:t>ГК «Сатори Консалтинг» включает в себя 3 юридических лица: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ООО «Сатори Консалтинг» - носитель бренда;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ООО «Сатори Консалтинг М» - московский филиал компании;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ООО «Сатори Партнер» - основная компания.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 «Сатори Консалтинг»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ОРГСТРУКТУРА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подразделений компании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12471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выполненное задание по оргструктуре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 «Сатори Консалтинг»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3792F57-BEEB-C2C3-AB10-953F5BDF6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2343743"/>
            <a:ext cx="11277600" cy="27776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на вопросы о ГК «Сатори Консалтинг»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 «Сатори Консалтинг»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5" name="Рисунок 14" descr="Изображение выглядит как текст, снимок экрана, Цвет электри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B466566-3F1D-E52A-30A0-DD43D18AB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865" y="3993512"/>
            <a:ext cx="3300994" cy="1642674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текст, снимок экрана, Цвет электрик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AE61972-52B9-1E47-4111-7633142F6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788" y="3989338"/>
            <a:ext cx="3638109" cy="1646848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текст, снимок экрана, Цвет электрик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C70B38A-EC5A-01FE-C58C-5A23763CF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877" y="3993512"/>
            <a:ext cx="3209779" cy="1646848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текст, снимок экрана, Цвет электри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000FD7-84D0-7590-6B15-60FB774C7A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877" y="1949160"/>
            <a:ext cx="3652911" cy="1642674"/>
          </a:xfrm>
          <a:prstGeom prst="rect">
            <a:avLst/>
          </a:prstGeom>
        </p:spPr>
      </p:pic>
      <p:pic>
        <p:nvPicPr>
          <p:cNvPr id="23" name="Рисунок 22" descr="Изображение выглядит как текст, снимок экрана, Цвет электрик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7654FD7-18F6-1356-E857-1FE941A28D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2057" y="1949160"/>
            <a:ext cx="3292505" cy="1642674"/>
          </a:xfrm>
          <a:prstGeom prst="rect">
            <a:avLst/>
          </a:prstGeom>
        </p:spPr>
      </p:pic>
      <p:pic>
        <p:nvPicPr>
          <p:cNvPr id="25" name="Рисунок 24" descr="Изображение выглядит как текст, снимок экрана, Цвет электрик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1CACB8E-E4C2-3DB9-1814-61F8E61159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5831" y="1949160"/>
            <a:ext cx="3277028" cy="16426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ТЕРМИНОЛОГИЯ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Термины 1С: сопоставление с определениями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 «Сатори Консалтинг»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E3AC2C-8C14-617F-54DF-56FEA8D8A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231" y="1482433"/>
            <a:ext cx="9036148" cy="47863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ТЕРМИНОЛОГИЯ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термины и их определения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 «Сатори Консалтинг»</a:t>
            </a:r>
            <a:endParaRPr lang="en-US" sz="900" dirty="0"/>
          </a:p>
        </p:txBody>
      </p:sp>
      <p:sp>
        <p:nvSpPr>
          <p:cNvPr id="5" name="Text 4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699FF6-F3E7-B603-4C5C-99161C2282E2}"/>
              </a:ext>
            </a:extLst>
          </p:cNvPr>
          <p:cNvSpPr txBox="1"/>
          <p:nvPr/>
        </p:nvSpPr>
        <p:spPr>
          <a:xfrm>
            <a:off x="457199" y="1386605"/>
            <a:ext cx="1116740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/>
              <a:t>• Тонкий клиент – режим работы 1С, при котором часть вычислений выполняется на сервере,</a:t>
            </a:r>
          </a:p>
          <a:p>
            <a:pPr algn="just"/>
            <a:r>
              <a:rPr lang="ru-RU" sz="2000" dirty="0"/>
              <a:t>а интерфейс отображается на устройстве пользователя.</a:t>
            </a:r>
          </a:p>
          <a:p>
            <a:pPr algn="just"/>
            <a:r>
              <a:rPr lang="ru-RU" sz="2000" dirty="0"/>
              <a:t>• Толстый клиент – режим, при котором значительная часть обработки данных происходит на</a:t>
            </a:r>
          </a:p>
          <a:p>
            <a:pPr algn="just"/>
            <a:r>
              <a:rPr lang="ru-RU" sz="2000" dirty="0"/>
              <a:t>стороне клиента.</a:t>
            </a:r>
          </a:p>
          <a:p>
            <a:pPr algn="just"/>
            <a:r>
              <a:rPr lang="ru-RU" sz="2000" dirty="0"/>
              <a:t>• Мобильное приложение 1С – доступ к данным через смартфоны и планшеты.</a:t>
            </a:r>
          </a:p>
          <a:p>
            <a:pPr algn="just"/>
            <a:r>
              <a:rPr lang="ru-RU" sz="2000" dirty="0"/>
              <a:t>• Сервер приложений – компонент, обеспечивающий работу клиент-серверного варианта.</a:t>
            </a:r>
          </a:p>
          <a:p>
            <a:pPr algn="just"/>
            <a:r>
              <a:rPr lang="ru-RU" sz="2000" dirty="0"/>
              <a:t>• Лицензия 1С – тип разрешения на использование ПО (файловая, клиент-серверная,</a:t>
            </a:r>
          </a:p>
          <a:p>
            <a:pPr algn="just"/>
            <a:r>
              <a:rPr lang="ru-RU" sz="2000" dirty="0"/>
              <a:t>облачная).</a:t>
            </a:r>
          </a:p>
          <a:p>
            <a:pPr algn="just"/>
            <a:r>
              <a:rPr lang="ru-RU" sz="2000" dirty="0"/>
              <a:t>• 1С:Линк – сервис для удалённой работы с 1С через веб-браузер.</a:t>
            </a:r>
          </a:p>
          <a:p>
            <a:pPr algn="just"/>
            <a:r>
              <a:rPr lang="ru-RU" sz="2000" dirty="0"/>
              <a:t>• RDP-доступ – технология удалённого подключения к рабочему месту с 1С.</a:t>
            </a:r>
          </a:p>
          <a:p>
            <a:pPr algn="just"/>
            <a:r>
              <a:rPr lang="ru-RU" sz="2000" dirty="0"/>
              <a:t>• База данных (СУБД) – система управления данными (</a:t>
            </a:r>
            <a:r>
              <a:rPr lang="ru-RU" sz="2000" dirty="0" err="1"/>
              <a:t>PostgreSQL</a:t>
            </a:r>
            <a:r>
              <a:rPr lang="ru-RU" sz="2000" dirty="0"/>
              <a:t>, MS SQL, файловая СУБД</a:t>
            </a:r>
          </a:p>
          <a:p>
            <a:pPr algn="just"/>
            <a:r>
              <a:rPr lang="ru-RU" sz="2000" dirty="0"/>
              <a:t>1С).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КОМПАНИИ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Используемое программное обеспечение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 «Сатори Консалтинг»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0626E1-1BA9-C698-84C4-E03936C17D22}"/>
              </a:ext>
            </a:extLst>
          </p:cNvPr>
          <p:cNvSpPr txBox="1"/>
          <p:nvPr/>
        </p:nvSpPr>
        <p:spPr>
          <a:xfrm>
            <a:off x="457200" y="1524000"/>
            <a:ext cx="58289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000" dirty="0"/>
              <a:t>• Платформа: 1</a:t>
            </a:r>
            <a:r>
              <a:rPr lang="en-US" sz="2000" dirty="0"/>
              <a:t>C:</a:t>
            </a:r>
            <a:r>
              <a:rPr lang="ru-RU" sz="2000" dirty="0" err="1"/>
              <a:t>Битрикс</a:t>
            </a:r>
            <a:endParaRPr lang="ru-RU" sz="2000" dirty="0"/>
          </a:p>
          <a:p>
            <a:pPr algn="just"/>
            <a:r>
              <a:rPr lang="ru-RU" sz="2000" dirty="0"/>
              <a:t>• Браузеры: </a:t>
            </a:r>
            <a:r>
              <a:rPr lang="en-US" sz="2000" dirty="0"/>
              <a:t>Google Chrome, Opera, Internet Explorer</a:t>
            </a:r>
          </a:p>
          <a:p>
            <a:pPr algn="just"/>
            <a:r>
              <a:rPr lang="en-US" sz="2000" dirty="0"/>
              <a:t>• </a:t>
            </a:r>
            <a:r>
              <a:rPr lang="ru-RU" sz="2000" dirty="0"/>
              <a:t>Офисные пакеты: </a:t>
            </a:r>
            <a:r>
              <a:rPr lang="en-US" sz="2000" dirty="0"/>
              <a:t>Microsoft Office, Libre Office</a:t>
            </a:r>
          </a:p>
          <a:p>
            <a:pPr algn="just"/>
            <a:r>
              <a:rPr lang="en-US" sz="2000" dirty="0"/>
              <a:t>• </a:t>
            </a:r>
            <a:r>
              <a:rPr lang="ru-RU" sz="2000" dirty="0"/>
              <a:t>Операционная система: </a:t>
            </a:r>
            <a:r>
              <a:rPr lang="en-US" sz="2000" dirty="0"/>
              <a:t>Windows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Конфигурации 1С для внутренней автоматизации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 «Сатори Консалтинг»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0332EE8-BF9A-D62B-E767-407422E4E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13" y="1875470"/>
            <a:ext cx="10829926" cy="4071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 и функции конфигураций 1С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 «Сатори Консалтинг»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1248B-65AC-72F2-7B89-0AC7D9567ABA}"/>
              </a:ext>
            </a:extLst>
          </p:cNvPr>
          <p:cNvSpPr txBox="1"/>
          <p:nvPr/>
        </p:nvSpPr>
        <p:spPr>
          <a:xfrm>
            <a:off x="457200" y="1500188"/>
            <a:ext cx="9513245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000" dirty="0"/>
              <a:t>1)</a:t>
            </a:r>
            <a:r>
              <a:rPr lang="en-US" sz="2000" dirty="0"/>
              <a:t> </a:t>
            </a:r>
            <a:r>
              <a:rPr lang="ru-RU" sz="2000" dirty="0"/>
              <a:t>1С:Зарплата и управление персоналом - Это специализированное решение от</a:t>
            </a:r>
          </a:p>
          <a:p>
            <a:pPr algn="just"/>
            <a:r>
              <a:rPr lang="ru-RU" sz="2000" dirty="0"/>
              <a:t>фирмы "1С" для автоматизации кадрового учёта, расчёта заработной платы,</a:t>
            </a:r>
          </a:p>
          <a:p>
            <a:pPr algn="just"/>
            <a:r>
              <a:rPr lang="ru-RU" sz="2000" dirty="0"/>
              <a:t>управления персоналом и подготовки отчётности в соответствии с</a:t>
            </a:r>
          </a:p>
          <a:p>
            <a:pPr algn="just"/>
            <a:r>
              <a:rPr lang="ru-RU" sz="2000" dirty="0"/>
              <a:t>законодательством РФ.</a:t>
            </a:r>
          </a:p>
          <a:p>
            <a:pPr algn="just"/>
            <a:r>
              <a:rPr lang="ru-RU" sz="2000" dirty="0"/>
              <a:t>2)</a:t>
            </a:r>
            <a:r>
              <a:rPr lang="en-US" sz="2000" dirty="0"/>
              <a:t> </a:t>
            </a:r>
            <a:r>
              <a:rPr lang="ru-RU" sz="2000" dirty="0"/>
              <a:t>1С:Управление производственным предприятием (УПП) - Специализированное</a:t>
            </a:r>
          </a:p>
          <a:p>
            <a:pPr algn="just"/>
            <a:r>
              <a:rPr lang="ru-RU" sz="2000" dirty="0"/>
              <a:t>решение для автоматизации управления производственными процессами,</a:t>
            </a:r>
          </a:p>
          <a:p>
            <a:pPr algn="just"/>
            <a:r>
              <a:rPr lang="ru-RU" sz="2000" dirty="0"/>
              <a:t>ресурсами и финансами на промышленных предприятиях.</a:t>
            </a:r>
          </a:p>
          <a:p>
            <a:pPr algn="just"/>
            <a:r>
              <a:rPr lang="ru-RU" sz="2000" dirty="0"/>
              <a:t>3)</a:t>
            </a:r>
            <a:r>
              <a:rPr lang="en-US" sz="2000" dirty="0"/>
              <a:t> </a:t>
            </a:r>
            <a:r>
              <a:rPr lang="ru-RU" sz="2000" dirty="0"/>
              <a:t>1С:CRM - Система управления взаимоотношениями с клиентами (Customer</a:t>
            </a:r>
          </a:p>
          <a:p>
            <a:pPr algn="just"/>
            <a:r>
              <a:rPr lang="ru-RU" sz="2000" dirty="0" err="1"/>
              <a:t>Relationship</a:t>
            </a:r>
            <a:r>
              <a:rPr lang="ru-RU" sz="2000" dirty="0"/>
              <a:t> Management), предназначенная для автоматизации продаж, маркетинга</a:t>
            </a:r>
          </a:p>
          <a:p>
            <a:pPr algn="just"/>
            <a:r>
              <a:rPr lang="ru-RU" sz="2000" dirty="0"/>
              <a:t>и сервисного обслуживания.</a:t>
            </a:r>
          </a:p>
          <a:p>
            <a:pPr algn="just"/>
            <a:r>
              <a:rPr lang="ru-RU" sz="2000" dirty="0"/>
              <a:t>4)</a:t>
            </a:r>
            <a:r>
              <a:rPr lang="en-US" sz="2000" dirty="0"/>
              <a:t> </a:t>
            </a:r>
            <a:r>
              <a:rPr lang="ru-RU" sz="2000" dirty="0"/>
              <a:t>1С:ERP - Комплексная ERP-система (Enterprise Resource Planning) для управления</a:t>
            </a:r>
          </a:p>
          <a:p>
            <a:pPr algn="just"/>
            <a:r>
              <a:rPr lang="ru-RU" sz="2000" dirty="0"/>
              <a:t>всеми бизнес-процессами предприятия.</a:t>
            </a:r>
          </a:p>
          <a:p>
            <a:pPr algn="just"/>
            <a:r>
              <a:rPr lang="ru-RU" sz="2000" dirty="0"/>
              <a:t>5)</a:t>
            </a:r>
            <a:r>
              <a:rPr lang="en-US" sz="2000" dirty="0"/>
              <a:t> </a:t>
            </a:r>
            <a:r>
              <a:rPr lang="ru-RU" sz="2000" dirty="0"/>
              <a:t>1С:Документооборот - Система электронного документооборота (СЭД) для</a:t>
            </a:r>
          </a:p>
          <a:p>
            <a:pPr algn="just"/>
            <a:r>
              <a:rPr lang="ru-RU" sz="2000" dirty="0"/>
              <a:t>организации работы с корпоративными документами.</a:t>
            </a:r>
          </a:p>
          <a:p>
            <a:pPr algn="just"/>
            <a:endParaRPr lang="ru-RU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12188952" cy="3657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6829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 «Сатори Консалтинг»  ·  [satoryomsk.ru]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501</Words>
  <PresentationFormat>Широкоэкранный</PresentationFormat>
  <Paragraphs>83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2026-07-17T11:43:05Z</dcterms:created>
  <dcterms:modified xsi:type="dcterms:W3CDTF">2026-07-17T14:26:11Z</dcterms:modified>
</cp:coreProperties>
</file>