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88952" cy="3657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[ЛОГОТИП КОМПАНИИ]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297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компании для Заказчика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12.1 · Блок 12. Как устроена ГК «Сатори Консалтинг»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[Ваше ФИО] · [Дата]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КОМПАНИИ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 vs ООО «Сатори Партнер»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1a. Объясните, почему на сайте компании указано «ГК «Сатори Консалтинг»», а в дневниках практики ОмГТУ — «ООО «Сатори Партнер»».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1247120" cy="4114800"/>
          </a:xfrm>
          <a:prstGeom prst="rect">
            <a:avLst/>
          </a:prstGeom>
          <a:solidFill>
            <a:srgbClr val="F4F5F7"/>
          </a:solidFill>
          <a:ln w="12700">
            <a:solidFill>
              <a:srgbClr val="AEB4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[Ваш ответ: соотношение группы компаний (ГК) и юридического лица (ООО), входящего в её состав]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ОРГСТРУКТУРА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подразделений компании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1b. Распределение названий подразделений (learningapps.org)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11247120" cy="4480560"/>
          </a:xfrm>
          <a:prstGeom prst="rect">
            <a:avLst/>
          </a:prstGeom>
          <a:solidFill>
            <a:srgbClr val="E8EAEE"/>
          </a:solidFill>
          <a:ln w="15875">
            <a:solidFill>
              <a:srgbClr val="AEB4C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1124712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</a:t>
            </a:r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Скриншот: выполненное задание по оргструктуре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СЕБЯ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вопросы о ГК «Сатори Консалтинг»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1c. Скрины всех правильных ответов (learningapps.org)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5486400" cy="4480560"/>
          </a:xfrm>
          <a:prstGeom prst="rect">
            <a:avLst/>
          </a:prstGeom>
          <a:solidFill>
            <a:srgbClr val="E8EAEE"/>
          </a:solidFill>
          <a:ln w="15875">
            <a:solidFill>
              <a:srgbClr val="AEB4C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548640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</a:t>
            </a:r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 ответов — часть 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86400" cy="4480560"/>
          </a:xfrm>
          <a:prstGeom prst="rect">
            <a:avLst/>
          </a:prstGeom>
          <a:solidFill>
            <a:srgbClr val="E8EAEE"/>
          </a:solidFill>
          <a:ln w="15875">
            <a:solidFill>
              <a:srgbClr val="AEB4C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17920" y="1737360"/>
            <a:ext cx="548640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</a:t>
            </a:r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 ответов — часть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ТЕРМИНОЛОГИЯ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Термины 1С: сопоставление с определениями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1d. Результат выполнения задания на сопоставление (learningapps.org)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11247120" cy="4480560"/>
          </a:xfrm>
          <a:prstGeom prst="rect">
            <a:avLst/>
          </a:prstGeom>
          <a:solidFill>
            <a:srgbClr val="E8EAEE"/>
          </a:solidFill>
          <a:ln w="15875">
            <a:solidFill>
              <a:srgbClr val="AEB4C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1124712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</a:t>
            </a:r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Скриншот: правильно выполненное задание на соответствие терминов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ТЕРМИНОЛОГИЯ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Дополнительные термины и их определения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4206240"/>
        </p:xfrm>
        <a:graphic>
          <a:graphicData uri="http://schemas.openxmlformats.org/drawingml/2006/table">
            <a:tbl>
              <a:tblPr/>
              <a:tblGrid>
                <a:gridCol w="3657600"/>
                <a:gridCol w="7589520"/>
              </a:tblGrid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Термин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[Термин 1]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[Определение]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[Термин 2]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[Определение]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[Термин 3]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[Определение]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[Термин 4]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[Определение]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КОМПАНИИ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Используемое программное обеспечение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4F5F7"/>
          </a:solidFill>
          <a:ln w="9525">
            <a:solidFill>
              <a:srgbClr val="AEB4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04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система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1247120" cy="1051560"/>
          </a:xfrm>
          <a:prstGeom prst="rect">
            <a:avLst/>
          </a:prstGeom>
          <a:solidFill>
            <a:srgbClr val="F4F5F7"/>
          </a:solidFill>
          <a:ln w="9525">
            <a:solidFill>
              <a:srgbClr val="AEB4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249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Офисные пакеты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Office, LibreOffice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86200"/>
            <a:ext cx="11247120" cy="1051560"/>
          </a:xfrm>
          <a:prstGeom prst="rect">
            <a:avLst/>
          </a:prstGeom>
          <a:solidFill>
            <a:srgbClr val="F4F5F7"/>
          </a:solidFill>
          <a:ln w="9525">
            <a:solidFill>
              <a:srgbClr val="AEB4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95935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Opera, Google Chrome, Internet Explorer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47120" cy="1051560"/>
          </a:xfrm>
          <a:prstGeom prst="rect">
            <a:avLst/>
          </a:prstGeom>
          <a:solidFill>
            <a:srgbClr val="F4F5F7"/>
          </a:solidFill>
          <a:ln w="9525">
            <a:solidFill>
              <a:srgbClr val="AEB4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1937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Веб-платформа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1С:Битрикс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Конфигурации 1С для внутренней автоматизации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1e. Список конфигураций (learningapps.org, учтите бегунок по количеству)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11247120" cy="2743200"/>
          </a:xfrm>
          <a:prstGeom prst="rect">
            <a:avLst/>
          </a:prstGeom>
          <a:solidFill>
            <a:srgbClr val="E8EAEE"/>
          </a:solidFill>
          <a:ln w="15875">
            <a:solidFill>
              <a:srgbClr val="AEB4C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11247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</a:t>
            </a:r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Скриншот: список конфигураций 1С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Назначение и функции конфигураций 1С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4206240"/>
        </p:xfrm>
        <a:graphic>
          <a:graphicData uri="http://schemas.openxmlformats.org/drawingml/2006/table">
            <a:tbl>
              <a:tblPr/>
              <a:tblGrid>
                <a:gridCol w="3200400"/>
                <a:gridCol w="8046720"/>
              </a:tblGrid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Конфигурация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Назначение и функциональные возможности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[Название 1]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[Описание]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[Название 2]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[Описание]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[Название 3]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[Описание]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EB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12188952" cy="3657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ГК «Сатори Консалтинг»  ·  [контактные данные / сайт: satoryomsk.ru]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2026-07-17T11:43:05Z</dcterms:created>
  <dcterms:modified xsi:type="dcterms:W3CDTF">2026-07-17T11:43:05Z</dcterms:modified>
</cp:coreProperties>
</file>